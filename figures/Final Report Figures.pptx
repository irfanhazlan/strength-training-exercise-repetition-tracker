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75" d="100"/>
          <a:sy n="75" d="100"/>
        </p:scale>
        <p:origin x="60" y="2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B8414-2A70-262C-3C34-6E4446AE5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77C1BD-19B6-168B-2F7C-6B61CA4BB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B6E92-4360-84C7-6120-26047E6DA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95EA3-750B-4E9F-97D6-FF831C15B96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B7A30-838C-BDC9-FCF9-BFA688699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90958-AFE5-A226-B983-3B4C7C559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D1DB9-BF5D-433D-8187-CCA563FC3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28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89BB4-8962-3AD3-6B30-6A142EDA6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DE383-2D06-B16C-EF99-9623FB51B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E0038-CD87-7331-9E45-AE061B28F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95EA3-750B-4E9F-97D6-FF831C15B96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4F3B1-4A1D-BE7B-2761-6B3705BD1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34E54-546F-1464-1B42-45CAE4DA2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D1DB9-BF5D-433D-8187-CCA563FC3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957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7974A-8394-F360-A9CE-88C9CA57D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4CDB0-49CA-37D0-4BED-6C0613C1F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DCE17-85F0-973D-D0BA-C37C78CE1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95EA3-750B-4E9F-97D6-FF831C15B96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38F67-6547-4600-C9A3-E78948F3F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05899-D994-71B6-82C3-12D9140B5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D1DB9-BF5D-433D-8187-CCA563FC3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98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8663F-8312-8F0E-0B10-7DCAEFE66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9183D-9905-7551-7EDF-C6BC8538DA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1CAF5-F33D-C18A-E347-9AD018C02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7F7B8-068D-F5C4-17AA-3071D40E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95EA3-750B-4E9F-97D6-FF831C15B96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E5B31-8DEB-4EAB-E96A-3C0488687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9167B-2E3D-714B-147B-501747555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D1DB9-BF5D-433D-8187-CCA563FC3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258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7D871-441F-746A-9C81-6712AF444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A2E83-239F-EA98-CDD2-21506941F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3B7712-CD5F-421A-5D5E-B94AC2C38A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C10D05-FCAB-4E05-18E6-7D4F031C2B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DE8F6C-56D8-009E-FEF8-BEC6DF56A7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856F5F-C4D9-D6AB-F0BE-77D98FC04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95EA3-750B-4E9F-97D6-FF831C15B96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2C68FF-51FE-E8B7-B1D5-32F5F88EE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5F290-8058-9AD3-E18C-054FEF6E9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D1DB9-BF5D-433D-8187-CCA563FC3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57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B3F91-B853-BA7B-BEB5-6D364D97C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1BCC76-EF07-83F7-4E74-9E7E4566A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95EA3-750B-4E9F-97D6-FF831C15B96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A0D28B-20F5-A46A-864E-8A60A1775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81659F-E16E-11CA-3F25-5322C60F6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D1DB9-BF5D-433D-8187-CCA563FC3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672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14FB0A-27CB-874F-8BF8-51742332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95EA3-750B-4E9F-97D6-FF831C15B96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74A4BD-7F1D-27C7-7007-EA53AAD24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9E4C5-919A-C5D2-6A90-AC69E0914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D1DB9-BF5D-433D-8187-CCA563FC3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882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B790C-4123-9F8E-C0B1-F145830EB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2FA88-DF35-FDE3-2D65-793ACF6C7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81A71-5E50-25EC-E0CB-A7E34B69F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2C3EE-91E9-59F6-5C9A-B76B7FE28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95EA3-750B-4E9F-97D6-FF831C15B96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D5917-5DE1-242B-F41A-04BEAC532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DC27E-7368-4ECC-97E5-A9E5C1F3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D1DB9-BF5D-433D-8187-CCA563FC3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31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15821-16DD-275B-A207-9136A8E1A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6F19AC-6122-4FA8-3DA7-64DFC3B404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E138E6-5ECB-5868-1557-0D81570B2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3DFBA-6DAB-54C9-113E-D2C5FB484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95EA3-750B-4E9F-97D6-FF831C15B96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32B3E-6C04-55B3-70E9-DBA1866E9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D83A9-E526-507C-3DC0-BB3E6A761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D1DB9-BF5D-433D-8187-CCA563FC3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86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00712-7080-9BE9-B929-927690045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F60D04-CCA6-B1F1-5A4D-7ADFD05014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35B04-AE3B-D477-6733-2F52B6F8E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95EA3-750B-4E9F-97D6-FF831C15B96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6A83-227A-8EC1-FE03-F6B2A3D7D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4347D-AA42-B19C-2F00-10C414C27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D1DB9-BF5D-433D-8187-CCA563FC3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37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E47D20-B1A2-60C7-87EB-1A2FD2F120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D76039-E23A-48B5-5F4D-E1845CCDD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C78AA-C0BE-FBFB-E037-E1BBC0A3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95EA3-750B-4E9F-97D6-FF831C15B96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D6032-B03B-6CD2-A98F-5C19BB2D9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14571-774A-5DDA-A821-701DD8634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D1DB9-BF5D-433D-8187-CCA563FC3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981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717EDE-6E33-4254-A371-85754FF60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7A22D-47F9-953C-9208-FB7CD2845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8959D-4B01-5682-A510-FF3B65B59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295EA3-750B-4E9F-97D6-FF831C15B96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F3B40-08F1-1F10-3CB3-5EACED3219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92C9C-E647-9B42-7DB5-29E5CAD3CB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D1DB9-BF5D-433D-8187-CCA563FC3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69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>
            <a:extLst>
              <a:ext uri="{FF2B5EF4-FFF2-40B4-BE49-F238E27FC236}">
                <a16:creationId xmlns:a16="http://schemas.microsoft.com/office/drawing/2014/main" id="{6507154D-5CCD-1170-3533-44ECDAF84F5B}"/>
              </a:ext>
            </a:extLst>
          </p:cNvPr>
          <p:cNvGrpSpPr/>
          <p:nvPr/>
        </p:nvGrpSpPr>
        <p:grpSpPr>
          <a:xfrm>
            <a:off x="311150" y="1953042"/>
            <a:ext cx="14096998" cy="2368552"/>
            <a:chOff x="311150" y="1953042"/>
            <a:chExt cx="14096998" cy="2368552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0B6B89DC-7812-A518-CD3C-A931191E8400}"/>
                </a:ext>
              </a:extLst>
            </p:cNvPr>
            <p:cNvGrpSpPr/>
            <p:nvPr/>
          </p:nvGrpSpPr>
          <p:grpSpPr>
            <a:xfrm>
              <a:off x="311150" y="1953042"/>
              <a:ext cx="11696700" cy="2368552"/>
              <a:chOff x="247650" y="1960771"/>
              <a:chExt cx="11696700" cy="2368552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86F89F7-507E-5780-E409-A9DD90A8D58B}"/>
                  </a:ext>
                </a:extLst>
              </p:cNvPr>
              <p:cNvSpPr/>
              <p:nvPr/>
            </p:nvSpPr>
            <p:spPr>
              <a:xfrm>
                <a:off x="8096250" y="2335423"/>
                <a:ext cx="3848100" cy="19939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7C512BAA-2C6A-BEBB-4948-5340E7FE7E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89949" y="2501900"/>
                <a:ext cx="1" cy="146685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58D9CA11-80B9-7421-7EB4-9155AED5B9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89950" y="3340100"/>
                <a:ext cx="30607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EC7064BF-9E88-5F4F-0178-B36498FB0C1F}"/>
                  </a:ext>
                </a:extLst>
              </p:cNvPr>
              <p:cNvSpPr/>
              <p:nvPr/>
            </p:nvSpPr>
            <p:spPr>
              <a:xfrm>
                <a:off x="8489949" y="2797597"/>
                <a:ext cx="2870199" cy="1069553"/>
              </a:xfrm>
              <a:custGeom>
                <a:avLst/>
                <a:gdLst>
                  <a:gd name="csX0" fmla="*/ 0 w 2679700"/>
                  <a:gd name="csY0" fmla="*/ 539328 h 1069553"/>
                  <a:gd name="csX1" fmla="*/ 441325 w 2679700"/>
                  <a:gd name="csY1" fmla="*/ 15453 h 1069553"/>
                  <a:gd name="csX2" fmla="*/ 1041400 w 2679700"/>
                  <a:gd name="csY2" fmla="*/ 1069553 h 1069553"/>
                  <a:gd name="csX3" fmla="*/ 1628775 w 2679700"/>
                  <a:gd name="csY3" fmla="*/ 21803 h 1069553"/>
                  <a:gd name="csX4" fmla="*/ 2244725 w 2679700"/>
                  <a:gd name="csY4" fmla="*/ 1050503 h 1069553"/>
                  <a:gd name="csX5" fmla="*/ 2679700 w 2679700"/>
                  <a:gd name="csY5" fmla="*/ 558378 h 1069553"/>
                  <a:gd name="csX6" fmla="*/ 2679700 w 2679700"/>
                  <a:gd name="csY6" fmla="*/ 558378 h 10695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79700" h="1069553">
                    <a:moveTo>
                      <a:pt x="0" y="539328"/>
                    </a:moveTo>
                    <a:cubicBezTo>
                      <a:pt x="133879" y="233205"/>
                      <a:pt x="267758" y="-72918"/>
                      <a:pt x="441325" y="15453"/>
                    </a:cubicBezTo>
                    <a:cubicBezTo>
                      <a:pt x="614892" y="103824"/>
                      <a:pt x="843492" y="1068495"/>
                      <a:pt x="1041400" y="1069553"/>
                    </a:cubicBezTo>
                    <a:cubicBezTo>
                      <a:pt x="1239308" y="1070611"/>
                      <a:pt x="1428221" y="24978"/>
                      <a:pt x="1628775" y="21803"/>
                    </a:cubicBezTo>
                    <a:cubicBezTo>
                      <a:pt x="1829329" y="18628"/>
                      <a:pt x="2069571" y="961074"/>
                      <a:pt x="2244725" y="1050503"/>
                    </a:cubicBezTo>
                    <a:cubicBezTo>
                      <a:pt x="2419879" y="1139932"/>
                      <a:pt x="2679700" y="558378"/>
                      <a:pt x="2679700" y="558378"/>
                    </a:cubicBezTo>
                    <a:lnTo>
                      <a:pt x="2679700" y="558378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5377B704-5BD1-4F66-B2DD-D320CF5E25D7}"/>
                  </a:ext>
                </a:extLst>
              </p:cNvPr>
              <p:cNvSpPr/>
              <p:nvPr/>
            </p:nvSpPr>
            <p:spPr>
              <a:xfrm>
                <a:off x="247650" y="2335423"/>
                <a:ext cx="3632200" cy="19939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6DA61118-156E-EBE4-4F6E-08FEE32C6CBF}"/>
                  </a:ext>
                </a:extLst>
              </p:cNvPr>
              <p:cNvSpPr/>
              <p:nvPr/>
            </p:nvSpPr>
            <p:spPr>
              <a:xfrm>
                <a:off x="545306" y="2528491"/>
                <a:ext cx="2886075" cy="1442664"/>
              </a:xfrm>
              <a:custGeom>
                <a:avLst/>
                <a:gdLst>
                  <a:gd name="csX0" fmla="*/ 0 w 2886075"/>
                  <a:gd name="csY0" fmla="*/ 718171 h 1442664"/>
                  <a:gd name="csX1" fmla="*/ 15875 w 2886075"/>
                  <a:gd name="csY1" fmla="*/ 581646 h 1442664"/>
                  <a:gd name="csX2" fmla="*/ 53975 w 2886075"/>
                  <a:gd name="csY2" fmla="*/ 651496 h 1442664"/>
                  <a:gd name="csX3" fmla="*/ 63500 w 2886075"/>
                  <a:gd name="csY3" fmla="*/ 486396 h 1442664"/>
                  <a:gd name="csX4" fmla="*/ 101600 w 2886075"/>
                  <a:gd name="csY4" fmla="*/ 568946 h 1442664"/>
                  <a:gd name="csX5" fmla="*/ 101600 w 2886075"/>
                  <a:gd name="csY5" fmla="*/ 299071 h 1442664"/>
                  <a:gd name="csX6" fmla="*/ 161925 w 2886075"/>
                  <a:gd name="csY6" fmla="*/ 584821 h 1442664"/>
                  <a:gd name="csX7" fmla="*/ 187325 w 2886075"/>
                  <a:gd name="csY7" fmla="*/ 213346 h 1442664"/>
                  <a:gd name="csX8" fmla="*/ 228600 w 2886075"/>
                  <a:gd name="csY8" fmla="*/ 375271 h 1442664"/>
                  <a:gd name="csX9" fmla="*/ 263525 w 2886075"/>
                  <a:gd name="csY9" fmla="*/ 121271 h 1442664"/>
                  <a:gd name="csX10" fmla="*/ 311150 w 2886075"/>
                  <a:gd name="csY10" fmla="*/ 318121 h 1442664"/>
                  <a:gd name="csX11" fmla="*/ 346075 w 2886075"/>
                  <a:gd name="csY11" fmla="*/ 621 h 1442664"/>
                  <a:gd name="csX12" fmla="*/ 393700 w 2886075"/>
                  <a:gd name="csY12" fmla="*/ 416546 h 1442664"/>
                  <a:gd name="csX13" fmla="*/ 431800 w 2886075"/>
                  <a:gd name="csY13" fmla="*/ 137146 h 1442664"/>
                  <a:gd name="csX14" fmla="*/ 466725 w 2886075"/>
                  <a:gd name="csY14" fmla="*/ 397496 h 1442664"/>
                  <a:gd name="csX15" fmla="*/ 539750 w 2886075"/>
                  <a:gd name="csY15" fmla="*/ 200646 h 1442664"/>
                  <a:gd name="csX16" fmla="*/ 523875 w 2886075"/>
                  <a:gd name="csY16" fmla="*/ 483221 h 1442664"/>
                  <a:gd name="csX17" fmla="*/ 587375 w 2886075"/>
                  <a:gd name="csY17" fmla="*/ 302246 h 1442664"/>
                  <a:gd name="csX18" fmla="*/ 603250 w 2886075"/>
                  <a:gd name="csY18" fmla="*/ 594346 h 1442664"/>
                  <a:gd name="csX19" fmla="*/ 666750 w 2886075"/>
                  <a:gd name="csY19" fmla="*/ 400671 h 1442664"/>
                  <a:gd name="csX20" fmla="*/ 666750 w 2886075"/>
                  <a:gd name="csY20" fmla="*/ 699121 h 1442664"/>
                  <a:gd name="csX21" fmla="*/ 742950 w 2886075"/>
                  <a:gd name="csY21" fmla="*/ 543546 h 1442664"/>
                  <a:gd name="csX22" fmla="*/ 733425 w 2886075"/>
                  <a:gd name="csY22" fmla="*/ 889621 h 1442664"/>
                  <a:gd name="csX23" fmla="*/ 790575 w 2886075"/>
                  <a:gd name="csY23" fmla="*/ 724521 h 1442664"/>
                  <a:gd name="csX24" fmla="*/ 809625 w 2886075"/>
                  <a:gd name="csY24" fmla="*/ 988046 h 1442664"/>
                  <a:gd name="csX25" fmla="*/ 847725 w 2886075"/>
                  <a:gd name="csY25" fmla="*/ 854696 h 1442664"/>
                  <a:gd name="csX26" fmla="*/ 873125 w 2886075"/>
                  <a:gd name="csY26" fmla="*/ 1219821 h 1442664"/>
                  <a:gd name="csX27" fmla="*/ 914400 w 2886075"/>
                  <a:gd name="csY27" fmla="*/ 1010271 h 1442664"/>
                  <a:gd name="csX28" fmla="*/ 949325 w 2886075"/>
                  <a:gd name="csY28" fmla="*/ 1276971 h 1442664"/>
                  <a:gd name="csX29" fmla="*/ 993775 w 2886075"/>
                  <a:gd name="csY29" fmla="*/ 1083296 h 1442664"/>
                  <a:gd name="csX30" fmla="*/ 1025525 w 2886075"/>
                  <a:gd name="csY30" fmla="*/ 1442071 h 1442664"/>
                  <a:gd name="csX31" fmla="*/ 1060450 w 2886075"/>
                  <a:gd name="csY31" fmla="*/ 1172196 h 1442664"/>
                  <a:gd name="csX32" fmla="*/ 1127125 w 2886075"/>
                  <a:gd name="csY32" fmla="*/ 1337296 h 1442664"/>
                  <a:gd name="csX33" fmla="*/ 1130300 w 2886075"/>
                  <a:gd name="csY33" fmla="*/ 1140446 h 1442664"/>
                  <a:gd name="csX34" fmla="*/ 1162050 w 2886075"/>
                  <a:gd name="csY34" fmla="*/ 1302371 h 1442664"/>
                  <a:gd name="csX35" fmla="*/ 1200150 w 2886075"/>
                  <a:gd name="csY35" fmla="*/ 1026146 h 1442664"/>
                  <a:gd name="csX36" fmla="*/ 1231900 w 2886075"/>
                  <a:gd name="csY36" fmla="*/ 1251571 h 1442664"/>
                  <a:gd name="csX37" fmla="*/ 1260475 w 2886075"/>
                  <a:gd name="csY37" fmla="*/ 895971 h 1442664"/>
                  <a:gd name="csX38" fmla="*/ 1317625 w 2886075"/>
                  <a:gd name="csY38" fmla="*/ 1159496 h 1442664"/>
                  <a:gd name="csX39" fmla="*/ 1317625 w 2886075"/>
                  <a:gd name="csY39" fmla="*/ 756271 h 1442664"/>
                  <a:gd name="csX40" fmla="*/ 1374775 w 2886075"/>
                  <a:gd name="csY40" fmla="*/ 1032496 h 1442664"/>
                  <a:gd name="csX41" fmla="*/ 1397000 w 2886075"/>
                  <a:gd name="csY41" fmla="*/ 638796 h 1442664"/>
                  <a:gd name="csX42" fmla="*/ 1428750 w 2886075"/>
                  <a:gd name="csY42" fmla="*/ 873746 h 1442664"/>
                  <a:gd name="csX43" fmla="*/ 1441450 w 2886075"/>
                  <a:gd name="csY43" fmla="*/ 470521 h 1442664"/>
                  <a:gd name="csX44" fmla="*/ 1482725 w 2886075"/>
                  <a:gd name="csY44" fmla="*/ 676896 h 1442664"/>
                  <a:gd name="csX45" fmla="*/ 1514475 w 2886075"/>
                  <a:gd name="csY45" fmla="*/ 394321 h 1442664"/>
                  <a:gd name="csX46" fmla="*/ 1546225 w 2886075"/>
                  <a:gd name="csY46" fmla="*/ 508621 h 1442664"/>
                  <a:gd name="csX47" fmla="*/ 1581150 w 2886075"/>
                  <a:gd name="csY47" fmla="*/ 257796 h 1442664"/>
                  <a:gd name="csX48" fmla="*/ 1612900 w 2886075"/>
                  <a:gd name="csY48" fmla="*/ 438771 h 1442664"/>
                  <a:gd name="csX49" fmla="*/ 1654175 w 2886075"/>
                  <a:gd name="csY49" fmla="*/ 156196 h 1442664"/>
                  <a:gd name="csX50" fmla="*/ 1692275 w 2886075"/>
                  <a:gd name="csY50" fmla="*/ 362571 h 1442664"/>
                  <a:gd name="csX51" fmla="*/ 1758950 w 2886075"/>
                  <a:gd name="csY51" fmla="*/ 124446 h 1442664"/>
                  <a:gd name="csX52" fmla="*/ 1784350 w 2886075"/>
                  <a:gd name="csY52" fmla="*/ 368921 h 1442664"/>
                  <a:gd name="csX53" fmla="*/ 1898650 w 2886075"/>
                  <a:gd name="csY53" fmla="*/ 121271 h 1442664"/>
                  <a:gd name="csX54" fmla="*/ 1885950 w 2886075"/>
                  <a:gd name="csY54" fmla="*/ 511796 h 1442664"/>
                  <a:gd name="csX55" fmla="*/ 1965325 w 2886075"/>
                  <a:gd name="csY55" fmla="*/ 311771 h 1442664"/>
                  <a:gd name="csX56" fmla="*/ 1943100 w 2886075"/>
                  <a:gd name="csY56" fmla="*/ 540371 h 1442664"/>
                  <a:gd name="csX57" fmla="*/ 1984375 w 2886075"/>
                  <a:gd name="csY57" fmla="*/ 445121 h 1442664"/>
                  <a:gd name="csX58" fmla="*/ 1987550 w 2886075"/>
                  <a:gd name="csY58" fmla="*/ 676896 h 1442664"/>
                  <a:gd name="csX59" fmla="*/ 2044700 w 2886075"/>
                  <a:gd name="csY59" fmla="*/ 521321 h 1442664"/>
                  <a:gd name="csX60" fmla="*/ 2044700 w 2886075"/>
                  <a:gd name="csY60" fmla="*/ 788021 h 1442664"/>
                  <a:gd name="csX61" fmla="*/ 2111375 w 2886075"/>
                  <a:gd name="csY61" fmla="*/ 626096 h 1442664"/>
                  <a:gd name="csX62" fmla="*/ 2111375 w 2886075"/>
                  <a:gd name="csY62" fmla="*/ 946771 h 1442664"/>
                  <a:gd name="csX63" fmla="*/ 2190750 w 2886075"/>
                  <a:gd name="csY63" fmla="*/ 781671 h 1442664"/>
                  <a:gd name="csX64" fmla="*/ 2187575 w 2886075"/>
                  <a:gd name="csY64" fmla="*/ 1038846 h 1442664"/>
                  <a:gd name="csX65" fmla="*/ 2216150 w 2886075"/>
                  <a:gd name="csY65" fmla="*/ 1111871 h 1442664"/>
                  <a:gd name="csX66" fmla="*/ 2238375 w 2886075"/>
                  <a:gd name="csY66" fmla="*/ 1000746 h 1442664"/>
                  <a:gd name="csX67" fmla="*/ 2266950 w 2886075"/>
                  <a:gd name="csY67" fmla="*/ 1210296 h 1442664"/>
                  <a:gd name="csX68" fmla="*/ 2317750 w 2886075"/>
                  <a:gd name="csY68" fmla="*/ 981696 h 1442664"/>
                  <a:gd name="csX69" fmla="*/ 2327275 w 2886075"/>
                  <a:gd name="csY69" fmla="*/ 1315071 h 1442664"/>
                  <a:gd name="csX70" fmla="*/ 2359025 w 2886075"/>
                  <a:gd name="csY70" fmla="*/ 1162671 h 1442664"/>
                  <a:gd name="csX71" fmla="*/ 2400300 w 2886075"/>
                  <a:gd name="csY71" fmla="*/ 1296021 h 1442664"/>
                  <a:gd name="csX72" fmla="*/ 2432050 w 2886075"/>
                  <a:gd name="csY72" fmla="*/ 1140446 h 1442664"/>
                  <a:gd name="csX73" fmla="*/ 2492375 w 2886075"/>
                  <a:gd name="csY73" fmla="*/ 1318246 h 1442664"/>
                  <a:gd name="csX74" fmla="*/ 2501900 w 2886075"/>
                  <a:gd name="csY74" fmla="*/ 1070596 h 1442664"/>
                  <a:gd name="csX75" fmla="*/ 2562225 w 2886075"/>
                  <a:gd name="csY75" fmla="*/ 1242046 h 1442664"/>
                  <a:gd name="csX76" fmla="*/ 2581275 w 2886075"/>
                  <a:gd name="csY76" fmla="*/ 1035671 h 1442664"/>
                  <a:gd name="csX77" fmla="*/ 2651125 w 2886075"/>
                  <a:gd name="csY77" fmla="*/ 1216646 h 1442664"/>
                  <a:gd name="csX78" fmla="*/ 2701925 w 2886075"/>
                  <a:gd name="csY78" fmla="*/ 940421 h 1442664"/>
                  <a:gd name="csX79" fmla="*/ 2724150 w 2886075"/>
                  <a:gd name="csY79" fmla="*/ 1070596 h 1442664"/>
                  <a:gd name="csX80" fmla="*/ 2762250 w 2886075"/>
                  <a:gd name="csY80" fmla="*/ 854696 h 1442664"/>
                  <a:gd name="csX81" fmla="*/ 2790825 w 2886075"/>
                  <a:gd name="csY81" fmla="*/ 1007096 h 1442664"/>
                  <a:gd name="csX82" fmla="*/ 2813050 w 2886075"/>
                  <a:gd name="csY82" fmla="*/ 762621 h 1442664"/>
                  <a:gd name="csX83" fmla="*/ 2867025 w 2886075"/>
                  <a:gd name="csY83" fmla="*/ 880096 h 1442664"/>
                  <a:gd name="csX84" fmla="*/ 2886075 w 2886075"/>
                  <a:gd name="csY84" fmla="*/ 740396 h 1442664"/>
                  <a:gd name="csX85" fmla="*/ 2886075 w 2886075"/>
                  <a:gd name="csY85" fmla="*/ 740396 h 144266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</a:cxnLst>
                <a:rect l="l" t="t" r="r" b="b"/>
                <a:pathLst>
                  <a:path w="2886075" h="1442664">
                    <a:moveTo>
                      <a:pt x="0" y="718171"/>
                    </a:moveTo>
                    <a:cubicBezTo>
                      <a:pt x="3439" y="655464"/>
                      <a:pt x="6879" y="592758"/>
                      <a:pt x="15875" y="581646"/>
                    </a:cubicBezTo>
                    <a:cubicBezTo>
                      <a:pt x="24871" y="570534"/>
                      <a:pt x="46038" y="667371"/>
                      <a:pt x="53975" y="651496"/>
                    </a:cubicBezTo>
                    <a:cubicBezTo>
                      <a:pt x="61912" y="635621"/>
                      <a:pt x="55563" y="500154"/>
                      <a:pt x="63500" y="486396"/>
                    </a:cubicBezTo>
                    <a:cubicBezTo>
                      <a:pt x="71438" y="472638"/>
                      <a:pt x="95250" y="600167"/>
                      <a:pt x="101600" y="568946"/>
                    </a:cubicBezTo>
                    <a:cubicBezTo>
                      <a:pt x="107950" y="537725"/>
                      <a:pt x="91546" y="296425"/>
                      <a:pt x="101600" y="299071"/>
                    </a:cubicBezTo>
                    <a:cubicBezTo>
                      <a:pt x="111654" y="301717"/>
                      <a:pt x="147638" y="599108"/>
                      <a:pt x="161925" y="584821"/>
                    </a:cubicBezTo>
                    <a:cubicBezTo>
                      <a:pt x="176212" y="570534"/>
                      <a:pt x="176213" y="248271"/>
                      <a:pt x="187325" y="213346"/>
                    </a:cubicBezTo>
                    <a:cubicBezTo>
                      <a:pt x="198438" y="178421"/>
                      <a:pt x="215900" y="390617"/>
                      <a:pt x="228600" y="375271"/>
                    </a:cubicBezTo>
                    <a:cubicBezTo>
                      <a:pt x="241300" y="359925"/>
                      <a:pt x="249767" y="130796"/>
                      <a:pt x="263525" y="121271"/>
                    </a:cubicBezTo>
                    <a:cubicBezTo>
                      <a:pt x="277283" y="111746"/>
                      <a:pt x="297392" y="338229"/>
                      <a:pt x="311150" y="318121"/>
                    </a:cubicBezTo>
                    <a:cubicBezTo>
                      <a:pt x="324908" y="298013"/>
                      <a:pt x="332317" y="-15783"/>
                      <a:pt x="346075" y="621"/>
                    </a:cubicBezTo>
                    <a:cubicBezTo>
                      <a:pt x="359833" y="17025"/>
                      <a:pt x="379413" y="393792"/>
                      <a:pt x="393700" y="416546"/>
                    </a:cubicBezTo>
                    <a:cubicBezTo>
                      <a:pt x="407988" y="439300"/>
                      <a:pt x="419629" y="140321"/>
                      <a:pt x="431800" y="137146"/>
                    </a:cubicBezTo>
                    <a:cubicBezTo>
                      <a:pt x="443971" y="133971"/>
                      <a:pt x="448733" y="386913"/>
                      <a:pt x="466725" y="397496"/>
                    </a:cubicBezTo>
                    <a:cubicBezTo>
                      <a:pt x="484717" y="408079"/>
                      <a:pt x="530225" y="186359"/>
                      <a:pt x="539750" y="200646"/>
                    </a:cubicBezTo>
                    <a:cubicBezTo>
                      <a:pt x="549275" y="214933"/>
                      <a:pt x="515938" y="466288"/>
                      <a:pt x="523875" y="483221"/>
                    </a:cubicBezTo>
                    <a:cubicBezTo>
                      <a:pt x="531812" y="500154"/>
                      <a:pt x="574146" y="283725"/>
                      <a:pt x="587375" y="302246"/>
                    </a:cubicBezTo>
                    <a:cubicBezTo>
                      <a:pt x="600604" y="320767"/>
                      <a:pt x="590021" y="577942"/>
                      <a:pt x="603250" y="594346"/>
                    </a:cubicBezTo>
                    <a:cubicBezTo>
                      <a:pt x="616479" y="610750"/>
                      <a:pt x="656167" y="383208"/>
                      <a:pt x="666750" y="400671"/>
                    </a:cubicBezTo>
                    <a:cubicBezTo>
                      <a:pt x="677333" y="418133"/>
                      <a:pt x="654050" y="675308"/>
                      <a:pt x="666750" y="699121"/>
                    </a:cubicBezTo>
                    <a:cubicBezTo>
                      <a:pt x="679450" y="722934"/>
                      <a:pt x="731838" y="511796"/>
                      <a:pt x="742950" y="543546"/>
                    </a:cubicBezTo>
                    <a:cubicBezTo>
                      <a:pt x="754062" y="575296"/>
                      <a:pt x="725487" y="859458"/>
                      <a:pt x="733425" y="889621"/>
                    </a:cubicBezTo>
                    <a:cubicBezTo>
                      <a:pt x="741363" y="919784"/>
                      <a:pt x="777875" y="708117"/>
                      <a:pt x="790575" y="724521"/>
                    </a:cubicBezTo>
                    <a:cubicBezTo>
                      <a:pt x="803275" y="740925"/>
                      <a:pt x="800100" y="966350"/>
                      <a:pt x="809625" y="988046"/>
                    </a:cubicBezTo>
                    <a:cubicBezTo>
                      <a:pt x="819150" y="1009742"/>
                      <a:pt x="837142" y="816067"/>
                      <a:pt x="847725" y="854696"/>
                    </a:cubicBezTo>
                    <a:cubicBezTo>
                      <a:pt x="858308" y="893325"/>
                      <a:pt x="862013" y="1193892"/>
                      <a:pt x="873125" y="1219821"/>
                    </a:cubicBezTo>
                    <a:cubicBezTo>
                      <a:pt x="884238" y="1245750"/>
                      <a:pt x="901700" y="1000746"/>
                      <a:pt x="914400" y="1010271"/>
                    </a:cubicBezTo>
                    <a:cubicBezTo>
                      <a:pt x="927100" y="1019796"/>
                      <a:pt x="936096" y="1264800"/>
                      <a:pt x="949325" y="1276971"/>
                    </a:cubicBezTo>
                    <a:cubicBezTo>
                      <a:pt x="962554" y="1289142"/>
                      <a:pt x="981075" y="1055779"/>
                      <a:pt x="993775" y="1083296"/>
                    </a:cubicBezTo>
                    <a:cubicBezTo>
                      <a:pt x="1006475" y="1110813"/>
                      <a:pt x="1014413" y="1427255"/>
                      <a:pt x="1025525" y="1442071"/>
                    </a:cubicBezTo>
                    <a:cubicBezTo>
                      <a:pt x="1036637" y="1456887"/>
                      <a:pt x="1043517" y="1189658"/>
                      <a:pt x="1060450" y="1172196"/>
                    </a:cubicBezTo>
                    <a:cubicBezTo>
                      <a:pt x="1077383" y="1154734"/>
                      <a:pt x="1115483" y="1342588"/>
                      <a:pt x="1127125" y="1337296"/>
                    </a:cubicBezTo>
                    <a:cubicBezTo>
                      <a:pt x="1138767" y="1332004"/>
                      <a:pt x="1124479" y="1146267"/>
                      <a:pt x="1130300" y="1140446"/>
                    </a:cubicBezTo>
                    <a:cubicBezTo>
                      <a:pt x="1136121" y="1134625"/>
                      <a:pt x="1150408" y="1321421"/>
                      <a:pt x="1162050" y="1302371"/>
                    </a:cubicBezTo>
                    <a:cubicBezTo>
                      <a:pt x="1173692" y="1283321"/>
                      <a:pt x="1188508" y="1034613"/>
                      <a:pt x="1200150" y="1026146"/>
                    </a:cubicBezTo>
                    <a:cubicBezTo>
                      <a:pt x="1211792" y="1017679"/>
                      <a:pt x="1221846" y="1273267"/>
                      <a:pt x="1231900" y="1251571"/>
                    </a:cubicBezTo>
                    <a:cubicBezTo>
                      <a:pt x="1241954" y="1229875"/>
                      <a:pt x="1246188" y="911317"/>
                      <a:pt x="1260475" y="895971"/>
                    </a:cubicBezTo>
                    <a:cubicBezTo>
                      <a:pt x="1274763" y="880625"/>
                      <a:pt x="1308100" y="1182779"/>
                      <a:pt x="1317625" y="1159496"/>
                    </a:cubicBezTo>
                    <a:cubicBezTo>
                      <a:pt x="1327150" y="1136213"/>
                      <a:pt x="1308100" y="777438"/>
                      <a:pt x="1317625" y="756271"/>
                    </a:cubicBezTo>
                    <a:cubicBezTo>
                      <a:pt x="1327150" y="735104"/>
                      <a:pt x="1361546" y="1052075"/>
                      <a:pt x="1374775" y="1032496"/>
                    </a:cubicBezTo>
                    <a:cubicBezTo>
                      <a:pt x="1388004" y="1012917"/>
                      <a:pt x="1388004" y="665254"/>
                      <a:pt x="1397000" y="638796"/>
                    </a:cubicBezTo>
                    <a:cubicBezTo>
                      <a:pt x="1405996" y="612338"/>
                      <a:pt x="1421342" y="901792"/>
                      <a:pt x="1428750" y="873746"/>
                    </a:cubicBezTo>
                    <a:cubicBezTo>
                      <a:pt x="1436158" y="845700"/>
                      <a:pt x="1432454" y="503329"/>
                      <a:pt x="1441450" y="470521"/>
                    </a:cubicBezTo>
                    <a:cubicBezTo>
                      <a:pt x="1450446" y="437713"/>
                      <a:pt x="1470554" y="689596"/>
                      <a:pt x="1482725" y="676896"/>
                    </a:cubicBezTo>
                    <a:cubicBezTo>
                      <a:pt x="1494896" y="664196"/>
                      <a:pt x="1503892" y="422367"/>
                      <a:pt x="1514475" y="394321"/>
                    </a:cubicBezTo>
                    <a:cubicBezTo>
                      <a:pt x="1525058" y="366275"/>
                      <a:pt x="1535113" y="531375"/>
                      <a:pt x="1546225" y="508621"/>
                    </a:cubicBezTo>
                    <a:cubicBezTo>
                      <a:pt x="1557337" y="485867"/>
                      <a:pt x="1570038" y="269438"/>
                      <a:pt x="1581150" y="257796"/>
                    </a:cubicBezTo>
                    <a:cubicBezTo>
                      <a:pt x="1592263" y="246154"/>
                      <a:pt x="1600729" y="455704"/>
                      <a:pt x="1612900" y="438771"/>
                    </a:cubicBezTo>
                    <a:cubicBezTo>
                      <a:pt x="1625071" y="421838"/>
                      <a:pt x="1640946" y="168896"/>
                      <a:pt x="1654175" y="156196"/>
                    </a:cubicBezTo>
                    <a:cubicBezTo>
                      <a:pt x="1667404" y="143496"/>
                      <a:pt x="1674813" y="367863"/>
                      <a:pt x="1692275" y="362571"/>
                    </a:cubicBezTo>
                    <a:cubicBezTo>
                      <a:pt x="1709737" y="357279"/>
                      <a:pt x="1743604" y="123388"/>
                      <a:pt x="1758950" y="124446"/>
                    </a:cubicBezTo>
                    <a:cubicBezTo>
                      <a:pt x="1774296" y="125504"/>
                      <a:pt x="1761067" y="369450"/>
                      <a:pt x="1784350" y="368921"/>
                    </a:cubicBezTo>
                    <a:cubicBezTo>
                      <a:pt x="1807633" y="368392"/>
                      <a:pt x="1881717" y="97458"/>
                      <a:pt x="1898650" y="121271"/>
                    </a:cubicBezTo>
                    <a:cubicBezTo>
                      <a:pt x="1915583" y="145083"/>
                      <a:pt x="1874838" y="480046"/>
                      <a:pt x="1885950" y="511796"/>
                    </a:cubicBezTo>
                    <a:cubicBezTo>
                      <a:pt x="1897062" y="543546"/>
                      <a:pt x="1955800" y="307008"/>
                      <a:pt x="1965325" y="311771"/>
                    </a:cubicBezTo>
                    <a:cubicBezTo>
                      <a:pt x="1974850" y="316534"/>
                      <a:pt x="1939925" y="518146"/>
                      <a:pt x="1943100" y="540371"/>
                    </a:cubicBezTo>
                    <a:cubicBezTo>
                      <a:pt x="1946275" y="562596"/>
                      <a:pt x="1976967" y="422367"/>
                      <a:pt x="1984375" y="445121"/>
                    </a:cubicBezTo>
                    <a:cubicBezTo>
                      <a:pt x="1991783" y="467875"/>
                      <a:pt x="1977496" y="664196"/>
                      <a:pt x="1987550" y="676896"/>
                    </a:cubicBezTo>
                    <a:cubicBezTo>
                      <a:pt x="1997604" y="689596"/>
                      <a:pt x="2035175" y="502800"/>
                      <a:pt x="2044700" y="521321"/>
                    </a:cubicBezTo>
                    <a:cubicBezTo>
                      <a:pt x="2054225" y="539842"/>
                      <a:pt x="2033588" y="770559"/>
                      <a:pt x="2044700" y="788021"/>
                    </a:cubicBezTo>
                    <a:cubicBezTo>
                      <a:pt x="2055812" y="805483"/>
                      <a:pt x="2100263" y="599638"/>
                      <a:pt x="2111375" y="626096"/>
                    </a:cubicBezTo>
                    <a:cubicBezTo>
                      <a:pt x="2122488" y="652554"/>
                      <a:pt x="2098146" y="920842"/>
                      <a:pt x="2111375" y="946771"/>
                    </a:cubicBezTo>
                    <a:cubicBezTo>
                      <a:pt x="2124604" y="972700"/>
                      <a:pt x="2178050" y="766325"/>
                      <a:pt x="2190750" y="781671"/>
                    </a:cubicBezTo>
                    <a:cubicBezTo>
                      <a:pt x="2203450" y="797017"/>
                      <a:pt x="2183342" y="983813"/>
                      <a:pt x="2187575" y="1038846"/>
                    </a:cubicBezTo>
                    <a:cubicBezTo>
                      <a:pt x="2191808" y="1093879"/>
                      <a:pt x="2207683" y="1118221"/>
                      <a:pt x="2216150" y="1111871"/>
                    </a:cubicBezTo>
                    <a:cubicBezTo>
                      <a:pt x="2224617" y="1105521"/>
                      <a:pt x="2229908" y="984342"/>
                      <a:pt x="2238375" y="1000746"/>
                    </a:cubicBezTo>
                    <a:cubicBezTo>
                      <a:pt x="2246842" y="1017150"/>
                      <a:pt x="2253721" y="1213471"/>
                      <a:pt x="2266950" y="1210296"/>
                    </a:cubicBezTo>
                    <a:cubicBezTo>
                      <a:pt x="2280179" y="1207121"/>
                      <a:pt x="2307696" y="964234"/>
                      <a:pt x="2317750" y="981696"/>
                    </a:cubicBezTo>
                    <a:cubicBezTo>
                      <a:pt x="2327804" y="999158"/>
                      <a:pt x="2320396" y="1284909"/>
                      <a:pt x="2327275" y="1315071"/>
                    </a:cubicBezTo>
                    <a:cubicBezTo>
                      <a:pt x="2334154" y="1345233"/>
                      <a:pt x="2346854" y="1165846"/>
                      <a:pt x="2359025" y="1162671"/>
                    </a:cubicBezTo>
                    <a:cubicBezTo>
                      <a:pt x="2371196" y="1159496"/>
                      <a:pt x="2388129" y="1299725"/>
                      <a:pt x="2400300" y="1296021"/>
                    </a:cubicBezTo>
                    <a:cubicBezTo>
                      <a:pt x="2412471" y="1292317"/>
                      <a:pt x="2416704" y="1136742"/>
                      <a:pt x="2432050" y="1140446"/>
                    </a:cubicBezTo>
                    <a:cubicBezTo>
                      <a:pt x="2447396" y="1144150"/>
                      <a:pt x="2480733" y="1329888"/>
                      <a:pt x="2492375" y="1318246"/>
                    </a:cubicBezTo>
                    <a:cubicBezTo>
                      <a:pt x="2504017" y="1306604"/>
                      <a:pt x="2490258" y="1083296"/>
                      <a:pt x="2501900" y="1070596"/>
                    </a:cubicBezTo>
                    <a:cubicBezTo>
                      <a:pt x="2513542" y="1057896"/>
                      <a:pt x="2548996" y="1247867"/>
                      <a:pt x="2562225" y="1242046"/>
                    </a:cubicBezTo>
                    <a:cubicBezTo>
                      <a:pt x="2575454" y="1236225"/>
                      <a:pt x="2566458" y="1039904"/>
                      <a:pt x="2581275" y="1035671"/>
                    </a:cubicBezTo>
                    <a:cubicBezTo>
                      <a:pt x="2596092" y="1031438"/>
                      <a:pt x="2631017" y="1232521"/>
                      <a:pt x="2651125" y="1216646"/>
                    </a:cubicBezTo>
                    <a:cubicBezTo>
                      <a:pt x="2671233" y="1200771"/>
                      <a:pt x="2689754" y="964763"/>
                      <a:pt x="2701925" y="940421"/>
                    </a:cubicBezTo>
                    <a:cubicBezTo>
                      <a:pt x="2714096" y="916079"/>
                      <a:pt x="2714096" y="1084883"/>
                      <a:pt x="2724150" y="1070596"/>
                    </a:cubicBezTo>
                    <a:cubicBezTo>
                      <a:pt x="2734204" y="1056309"/>
                      <a:pt x="2751138" y="865279"/>
                      <a:pt x="2762250" y="854696"/>
                    </a:cubicBezTo>
                    <a:cubicBezTo>
                      <a:pt x="2773362" y="844113"/>
                      <a:pt x="2782358" y="1022442"/>
                      <a:pt x="2790825" y="1007096"/>
                    </a:cubicBezTo>
                    <a:cubicBezTo>
                      <a:pt x="2799292" y="991750"/>
                      <a:pt x="2800350" y="783788"/>
                      <a:pt x="2813050" y="762621"/>
                    </a:cubicBezTo>
                    <a:cubicBezTo>
                      <a:pt x="2825750" y="741454"/>
                      <a:pt x="2854854" y="883800"/>
                      <a:pt x="2867025" y="880096"/>
                    </a:cubicBezTo>
                    <a:cubicBezTo>
                      <a:pt x="2879196" y="876392"/>
                      <a:pt x="2886075" y="740396"/>
                      <a:pt x="2886075" y="740396"/>
                    </a:cubicBezTo>
                    <a:lnTo>
                      <a:pt x="2886075" y="740396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B62A6B69-58AC-57AB-D2CF-1ADF88309F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5306" y="2480097"/>
                <a:ext cx="0" cy="164105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5264F5FE-C855-EC68-7DFD-90A1C137A1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5306" y="4121149"/>
                <a:ext cx="30607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Flowchart: Process 81">
                <a:extLst>
                  <a:ext uri="{FF2B5EF4-FFF2-40B4-BE49-F238E27FC236}">
                    <a16:creationId xmlns:a16="http://schemas.microsoft.com/office/drawing/2014/main" id="{C3B0A874-E80F-A62F-99C8-3AC16B6614AD}"/>
                  </a:ext>
                </a:extLst>
              </p:cNvPr>
              <p:cNvSpPr/>
              <p:nvPr/>
            </p:nvSpPr>
            <p:spPr>
              <a:xfrm>
                <a:off x="5089524" y="2765847"/>
                <a:ext cx="1797051" cy="1069552"/>
              </a:xfrm>
              <a:prstGeom prst="flowChartProcess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FILTER</a:t>
                </a:r>
              </a:p>
            </p:txBody>
          </p:sp>
          <p:sp>
            <p:nvSpPr>
              <p:cNvPr id="83" name="Arrow: Right 82">
                <a:extLst>
                  <a:ext uri="{FF2B5EF4-FFF2-40B4-BE49-F238E27FC236}">
                    <a16:creationId xmlns:a16="http://schemas.microsoft.com/office/drawing/2014/main" id="{AD055ED3-B04A-0AEA-57DC-8A5BE4F5112F}"/>
                  </a:ext>
                </a:extLst>
              </p:cNvPr>
              <p:cNvSpPr/>
              <p:nvPr/>
            </p:nvSpPr>
            <p:spPr>
              <a:xfrm>
                <a:off x="3906837" y="3078162"/>
                <a:ext cx="1155700" cy="523875"/>
              </a:xfrm>
              <a:prstGeom prst="rightArrow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Arrow: Right 83">
                <a:extLst>
                  <a:ext uri="{FF2B5EF4-FFF2-40B4-BE49-F238E27FC236}">
                    <a16:creationId xmlns:a16="http://schemas.microsoft.com/office/drawing/2014/main" id="{2EEA0485-1CA7-972B-0F89-4E82705202AB}"/>
                  </a:ext>
                </a:extLst>
              </p:cNvPr>
              <p:cNvSpPr/>
              <p:nvPr/>
            </p:nvSpPr>
            <p:spPr>
              <a:xfrm>
                <a:off x="6913561" y="3070435"/>
                <a:ext cx="1182687" cy="523875"/>
              </a:xfrm>
              <a:prstGeom prst="rightArrow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A1B740DA-389F-C1FD-C69B-2A229B8D98F1}"/>
                  </a:ext>
                </a:extLst>
              </p:cNvPr>
              <p:cNvSpPr txBox="1"/>
              <p:nvPr/>
            </p:nvSpPr>
            <p:spPr>
              <a:xfrm>
                <a:off x="465931" y="1960771"/>
                <a:ext cx="3219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IMU Acceleration Magnitude</a:t>
                </a:r>
              </a:p>
            </p:txBody>
          </p: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8C9773F-921D-84DD-9181-D44EEC13147E}"/>
                </a:ext>
              </a:extLst>
            </p:cNvPr>
            <p:cNvSpPr txBox="1"/>
            <p:nvPr/>
          </p:nvSpPr>
          <p:spPr>
            <a:xfrm>
              <a:off x="8312148" y="1953042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Smoothed Acceleration Magnitude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3368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9B3FF9-906B-1CFE-FC7E-1443F6732D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300"/>
            <a:ext cx="12192000" cy="561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7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FF50691-CF43-741A-7524-12F510749614}"/>
              </a:ext>
            </a:extLst>
          </p:cNvPr>
          <p:cNvGrpSpPr/>
          <p:nvPr/>
        </p:nvGrpSpPr>
        <p:grpSpPr>
          <a:xfrm>
            <a:off x="2597150" y="784774"/>
            <a:ext cx="6575294" cy="4911176"/>
            <a:chOff x="2597150" y="784774"/>
            <a:chExt cx="6575294" cy="491117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F593439-4611-E03F-AC03-72AE9133C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259" r="19722"/>
            <a:stretch>
              <a:fillRect/>
            </a:stretch>
          </p:blipFill>
          <p:spPr>
            <a:xfrm rot="5400000">
              <a:off x="3429209" y="-47285"/>
              <a:ext cx="4911176" cy="6575294"/>
            </a:xfrm>
            <a:prstGeom prst="rect">
              <a:avLst/>
            </a:prstGeom>
          </p:spPr>
        </p:pic>
        <p:sp>
          <p:nvSpPr>
            <p:cNvPr id="5" name="Callout: Left Arrow 4">
              <a:extLst>
                <a:ext uri="{FF2B5EF4-FFF2-40B4-BE49-F238E27FC236}">
                  <a16:creationId xmlns:a16="http://schemas.microsoft.com/office/drawing/2014/main" id="{9F90BF5A-7E50-ED38-90F2-EBC015A2F761}"/>
                </a:ext>
              </a:extLst>
            </p:cNvPr>
            <p:cNvSpPr/>
            <p:nvPr/>
          </p:nvSpPr>
          <p:spPr>
            <a:xfrm>
              <a:off x="6454906" y="2819400"/>
              <a:ext cx="2504944" cy="679450"/>
            </a:xfrm>
            <a:prstGeom prst="leftArrowCallout">
              <a:avLst>
                <a:gd name="adj1" fmla="val 15654"/>
                <a:gd name="adj2" fmla="val 25000"/>
                <a:gd name="adj3" fmla="val 25935"/>
                <a:gd name="adj4" fmla="val 59327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MPU6050 IMU</a:t>
              </a:r>
            </a:p>
          </p:txBody>
        </p:sp>
        <p:sp>
          <p:nvSpPr>
            <p:cNvPr id="6" name="Callout: Down Arrow 5">
              <a:extLst>
                <a:ext uri="{FF2B5EF4-FFF2-40B4-BE49-F238E27FC236}">
                  <a16:creationId xmlns:a16="http://schemas.microsoft.com/office/drawing/2014/main" id="{EC74BD5B-422A-E38B-1EEC-829012297E12}"/>
                </a:ext>
              </a:extLst>
            </p:cNvPr>
            <p:cNvSpPr/>
            <p:nvPr/>
          </p:nvSpPr>
          <p:spPr>
            <a:xfrm>
              <a:off x="4464050" y="1250950"/>
              <a:ext cx="2504944" cy="1200150"/>
            </a:xfrm>
            <a:prstGeom prst="downArrowCallout">
              <a:avLst>
                <a:gd name="adj1" fmla="val 14418"/>
                <a:gd name="adj2" fmla="val 13360"/>
                <a:gd name="adj3" fmla="val 25000"/>
                <a:gd name="adj4" fmla="val 64977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ESP32 MICROCONTROLLER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9566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9507E66-FC65-7DC3-C462-CAECABFC9E2F}"/>
              </a:ext>
            </a:extLst>
          </p:cNvPr>
          <p:cNvGrpSpPr/>
          <p:nvPr/>
        </p:nvGrpSpPr>
        <p:grpSpPr>
          <a:xfrm>
            <a:off x="3524250" y="831277"/>
            <a:ext cx="5143500" cy="5521032"/>
            <a:chOff x="3524250" y="831277"/>
            <a:chExt cx="5143500" cy="552103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3C2C51E-4A66-E687-00D5-4E513B40F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122" r="7374"/>
            <a:stretch>
              <a:fillRect/>
            </a:stretch>
          </p:blipFill>
          <p:spPr>
            <a:xfrm rot="5400000">
              <a:off x="3335484" y="1020043"/>
              <a:ext cx="5521032" cy="5143500"/>
            </a:xfrm>
            <a:prstGeom prst="rect">
              <a:avLst/>
            </a:prstGeom>
          </p:spPr>
        </p:pic>
        <p:sp>
          <p:nvSpPr>
            <p:cNvPr id="4" name="Callout: Down Arrow 3">
              <a:extLst>
                <a:ext uri="{FF2B5EF4-FFF2-40B4-BE49-F238E27FC236}">
                  <a16:creationId xmlns:a16="http://schemas.microsoft.com/office/drawing/2014/main" id="{1DF6CADA-8DCE-B000-C6A5-D1DD1F49D320}"/>
                </a:ext>
              </a:extLst>
            </p:cNvPr>
            <p:cNvSpPr/>
            <p:nvPr/>
          </p:nvSpPr>
          <p:spPr>
            <a:xfrm>
              <a:off x="5772150" y="1257300"/>
              <a:ext cx="1943100" cy="1250950"/>
            </a:xfrm>
            <a:prstGeom prst="downArrowCallout">
              <a:avLst>
                <a:gd name="adj1" fmla="val 9652"/>
                <a:gd name="adj2" fmla="val 10185"/>
                <a:gd name="adj3" fmla="val 23541"/>
                <a:gd name="adj4" fmla="val 48383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OLED DISPLAY</a:t>
              </a:r>
            </a:p>
          </p:txBody>
        </p:sp>
        <p:sp>
          <p:nvSpPr>
            <p:cNvPr id="5" name="Callout: Up Arrow 4">
              <a:extLst>
                <a:ext uri="{FF2B5EF4-FFF2-40B4-BE49-F238E27FC236}">
                  <a16:creationId xmlns:a16="http://schemas.microsoft.com/office/drawing/2014/main" id="{CB44E1B1-297A-055A-F10D-18819BC872ED}"/>
                </a:ext>
              </a:extLst>
            </p:cNvPr>
            <p:cNvSpPr/>
            <p:nvPr/>
          </p:nvSpPr>
          <p:spPr>
            <a:xfrm>
              <a:off x="5651500" y="4057650"/>
              <a:ext cx="2178050" cy="1543050"/>
            </a:xfrm>
            <a:prstGeom prst="upArrowCallout">
              <a:avLst>
                <a:gd name="adj1" fmla="val 7812"/>
                <a:gd name="adj2" fmla="val 14872"/>
                <a:gd name="adj3" fmla="val 25000"/>
                <a:gd name="adj4" fmla="val 43231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MICRO USB JACK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7633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C2996DE-7CDB-FF7F-D2AA-CFD0DDB57C9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432175" y="742950"/>
            <a:ext cx="5327650" cy="5372100"/>
            <a:chOff x="3016250" y="590550"/>
            <a:chExt cx="5327650" cy="53721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81BBAA7-1784-019D-F2F4-1D9098EEB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063" t="3620" r="27239" b="678"/>
            <a:stretch>
              <a:fillRect/>
            </a:stretch>
          </p:blipFill>
          <p:spPr>
            <a:xfrm>
              <a:off x="3016250" y="590550"/>
              <a:ext cx="5327650" cy="5372100"/>
            </a:xfrm>
            <a:prstGeom prst="rect">
              <a:avLst/>
            </a:prstGeom>
          </p:spPr>
        </p:pic>
        <p:sp>
          <p:nvSpPr>
            <p:cNvPr id="6" name="Circle: Hollow 5">
              <a:extLst>
                <a:ext uri="{FF2B5EF4-FFF2-40B4-BE49-F238E27FC236}">
                  <a16:creationId xmlns:a16="http://schemas.microsoft.com/office/drawing/2014/main" id="{A4129375-55AE-D058-2DD3-AA90C8D408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72075" y="3930650"/>
              <a:ext cx="508000" cy="463550"/>
            </a:xfrm>
            <a:prstGeom prst="donut">
              <a:avLst>
                <a:gd name="adj" fmla="val 7082"/>
              </a:avLst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" name="Circle: Hollow 4">
              <a:extLst>
                <a:ext uri="{FF2B5EF4-FFF2-40B4-BE49-F238E27FC236}">
                  <a16:creationId xmlns:a16="http://schemas.microsoft.com/office/drawing/2014/main" id="{C2F1C02D-7A64-8619-3114-431AB858B7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210300" y="2406650"/>
              <a:ext cx="508000" cy="463550"/>
            </a:xfrm>
            <a:prstGeom prst="donut">
              <a:avLst>
                <a:gd name="adj" fmla="val 7082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4134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3965</TotalTime>
  <Words>16</Words>
  <Application>Microsoft Office PowerPoint</Application>
  <PresentationFormat>Widescreen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Irfan Hazlan</dc:creator>
  <cp:lastModifiedBy>Irfan Hazlan</cp:lastModifiedBy>
  <cp:revision>2</cp:revision>
  <dcterms:created xsi:type="dcterms:W3CDTF">2026-04-28T17:01:23Z</dcterms:created>
  <dcterms:modified xsi:type="dcterms:W3CDTF">2026-05-01T11:06:43Z</dcterms:modified>
</cp:coreProperties>
</file>